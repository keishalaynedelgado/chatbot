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78933" y="12148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Full Name: {full name}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Email: {email}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Status: {status}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