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00675" y="502200"/>
            <a:ext cx="8206500" cy="442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Title: {title}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Name: {name}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Description: {description}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Priority: {priority}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Status: {status}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