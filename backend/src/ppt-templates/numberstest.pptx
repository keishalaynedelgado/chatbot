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1888490" y="130175"/>
            <a:ext cx="11566525" cy="50126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Name:{name}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Numbers of </a:t>
            </a:r>
            <a:r>
              <a:rPr lang="en-GB"/>
              <a:t>Complete</a:t>
            </a:r>
            <a:r>
              <a:rPr lang="en-US" altLang="en-GB"/>
              <a:t>d tasks</a:t>
            </a:r>
            <a:r>
              <a:rPr lang="en-GB"/>
              <a:t>:{complete}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Numbers of </a:t>
            </a:r>
            <a:r>
              <a:rPr lang="en-GB"/>
              <a:t>Pending</a:t>
            </a:r>
            <a:r>
              <a:rPr lang="en-US" altLang="en-GB"/>
              <a:t> tasks</a:t>
            </a:r>
            <a:r>
              <a:rPr lang="en-GB"/>
              <a:t>:{pending}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Numbers of </a:t>
            </a:r>
            <a:r>
              <a:rPr lang="en-GB"/>
              <a:t>Overdue</a:t>
            </a:r>
            <a:r>
              <a:rPr lang="en-US" altLang="en-GB"/>
              <a:t> tasks</a:t>
            </a:r>
            <a:r>
              <a:rPr lang="en-GB"/>
              <a:t>:{overdue}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WPS Presentation</Application>
  <PresentationFormat/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Arial</vt:lpstr>
      <vt:lpstr>Microsoft YaHei</vt:lpstr>
      <vt:lpstr>Arial Unicode MS</vt:lpstr>
      <vt:lpstr>Simple Light</vt:lpstr>
      <vt:lpstr>Overdue:{overdue}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Name:{name}Numbers of Completed tasks:{complete}Numbers of Pending tasks:{pending}Numbers of Overdue tasks:{overdue}</dc:title>
  <dc:creator/>
  <cp:lastModifiedBy>KEISHA LAYNE LOMPON DELGADO</cp:lastModifiedBy>
  <cp:revision>1</cp:revision>
  <dcterms:created xsi:type="dcterms:W3CDTF">2026-09-03T06:25:37Z</dcterms:created>
  <dcterms:modified xsi:type="dcterms:W3CDTF">2026-09-03T06:25:37Z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CB23A1D594B74D428F833921DE7C537E_12</vt:lpwstr>
  </property>
  <property fmtid="{D5CDD505-2E9C-101B-9397-08002B2CF9AE}" pid="3" name="KSOProductBuildVer">
    <vt:lpwstr>2057-12.2.0.23206</vt:lpwstr>
  </property>
</Properties>
</file>